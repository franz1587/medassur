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42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5028" y="0"/>
            <a:ext cx="6703924" cy="6858000"/>
          </a:xfrm>
          <a:prstGeom prst="rect">
            <a:avLst/>
          </a:prstGeom>
          <a:solidFill>
            <a:srgbClr val="0D73BF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4206240" cy="32104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46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DE GESTION D'ASSURANCE SANTÉ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outil pour gérer, soigner et assurer — pensé pour le Gabon et la zone CIMA.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17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gestion de l'assurance santé reste fragmentée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Silos et tableurs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a son propre outil. Rien ne communique, tout se ressaisit.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77356" y="160020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51676" y="178308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CIMA manuelle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51676" y="222199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Tarifs, garanties et documents réglementaires tenus à jour à la main.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Remboursements lents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5935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semaines d'allers-retours entre l'assuré, le prestataire et le gestionnaire.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33375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51676" y="352044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vue d'ensemble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51676" y="395935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ratio sinistres/primes se découvre après coup, jamais en temps réel.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plateforme, chaque acteur à sa place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moteur de données. Un accès sur mesure pour chacun — sur le web comme sur mobile.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V="1">
            <a:off x="6094476" y="2398471"/>
            <a:ext cx="9144" cy="1762049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51476" y="2009851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42916" y="2009851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Compagnie / Courtier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6094476" y="3279496"/>
            <a:ext cx="1860950" cy="881024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426" y="2890876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03866" y="289087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4476" y="4160520"/>
            <a:ext cx="1860950" cy="881024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426" y="4652924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03866" y="465292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Souscripteur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4476" y="4160520"/>
            <a:ext cx="9144" cy="1762049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1476" y="5533949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2916" y="5533949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 de santé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4233526" y="4160520"/>
            <a:ext cx="1860950" cy="881024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90526" y="4652924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81966" y="465292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 flipV="1">
            <a:off x="4233526" y="3279496"/>
            <a:ext cx="1860950" cy="881024"/>
          </a:xfrm>
          <a:prstGeom prst="line">
            <a:avLst/>
          </a:prstGeom>
          <a:noFill/>
          <a:ln w="19050">
            <a:solidFill>
              <a:srgbClr val="BBD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90526" y="2890876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EAF4FB"/>
          </a:solidFill>
          <a:ln w="12700">
            <a:solidFill>
              <a:srgbClr val="BBD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81966" y="289087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05756" y="3703320"/>
            <a:ext cx="2377440" cy="914400"/>
          </a:xfrm>
          <a:prstGeom prst="ellipse">
            <a:avLst/>
          </a:prstGeom>
          <a:solidFill>
            <a:srgbClr val="0A426F"/>
          </a:solidFill>
          <a:ln/>
          <a:effectLst>
            <a:outerShdw sx="100000" sy="100000" kx="0" ky="0" algn="bl" rotWithShape="0" blurRad="152400" dist="50800" dir="5400000">
              <a:srgbClr val="0A426F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905756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MEDASSUR+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80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console de gestion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822960" cy="73152"/>
          </a:xfrm>
          <a:prstGeom prst="rect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tableau de bord qui pilote tout, en un coup d'œil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actifs, population assurée, portefeuille clients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Recouvrement et trésorerie suivis au jour le jour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réelles, jamais une estimation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6247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63053"/>
            <a:ext cx="5669280" cy="33661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3" name="Image 0" descr="C:\Users\LEE FRANZ\AppData\Local\Temp\claude\d--PROJET-MEDASSUR-MEDASSUR\c78198f5-dda4-485d-a494-1b8884e22297\scratchpad\deck_assets\contr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3053"/>
            <a:ext cx="5669280" cy="33661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12280" y="502920"/>
            <a:ext cx="4828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cycle de vie complet du contrat, de bout en bout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1228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0" y="196596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Souscription → population → garanties → avenants → renouvellements, dans un seul écran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81228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2770632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: un contrat d'Assistance regroupe désormais la population de plusieurs contrats Maladie d'un même souscripteur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812280" y="396849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0" y="3895344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 se recalcule automatiquement sur l'ensemble de la population réunie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Factures et prises en charge sous contrôle, en temps réel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Saisie multi-ligne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instantanée du prestataire et de l'assuré, ligne par ligne.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Plafonds vérifiés en direct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5935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et plafonds de garantie contrôlés à la saisie, jamais après coup.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257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générés automatiquement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9671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Décompte et règlement fidèles au modèle papier du client.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documents, votre marque — au pixel près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27048"/>
            <a:ext cx="118872" cy="118872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" y="1463040"/>
            <a:ext cx="1079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Quittances, décomptes, règlements, avenants : la mise en page du modèle papier du client, reproduite à l'identique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93976"/>
            <a:ext cx="118872" cy="118872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29968"/>
            <a:ext cx="1079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logo du courtier ou de la compagnie remplace le texte, grand et net, sur chaque document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118872" cy="118872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596896"/>
            <a:ext cx="1079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électronique et QR de vérification sur les pièces qui l'exigent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3913632"/>
            <a:ext cx="5248656" cy="1267839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426F">
                <a:alpha val="16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doc_quit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23360"/>
            <a:ext cx="5029200" cy="104838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523633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Quittance — identité du courtier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27064" y="3913632"/>
            <a:ext cx="5248656" cy="1267839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426F">
                <a:alpha val="16000"/>
              </a:srgbClr>
            </a:outerShdw>
          </a:effectLst>
        </p:spPr>
      </p:sp>
      <p:pic>
        <p:nvPicPr>
          <p:cNvPr id="13" name="Image 1" descr="C:\Users\LEE FRANZ\AppData\Local\Temp\claude\d--PROJET-MEDASSUR-MEDASSUR\c78198f5-dda4-485d-a494-1b8884e22297\scratchpad\deck_assets\doc_aven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4251269"/>
            <a:ext cx="5029200" cy="5925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36792" y="523633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Avenant — identité de la compagnie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statistiques qui pilotent la décision, pas qui la retardent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3392424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 M+ FCFA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794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prestations suivies et analysées en continu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98264" y="2377440"/>
            <a:ext cx="3392424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1144" y="274320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 S/P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4626864" y="3794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 par contrat et par période, en direct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47888" y="2377440"/>
            <a:ext cx="3392424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30768" y="274320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/ Word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476488" y="3794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générés à la demande, graphiques réels inclus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80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L'intelligence artificielle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822960" cy="73152"/>
          </a:xfrm>
          <a:prstGeom prst="rect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copilote IA pour vos équipes, dans l'application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 des courriers, explique une garantie, aide au lettrage d'un compte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aux questions de conformité CIMA, depuis l'écran même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chiffre inventé : oriente vers le bon écran pour toute donnée réelle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6247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ai_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63053"/>
            <a:ext cx="5669280" cy="33661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 qui répond aux assurés et aux prestataires, 24 h/24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 un dossier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Ordonnance, devis, plafonds — une décision est proposée à partir des vraies garanties.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 en direct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5935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Garanties, consommation et historique de la famille, en temps réel.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257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Connaît ses limites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9671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 à un gestionnaire humain avec un résumé complet dès que nécessaire.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Sécurité, conformité et confiance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Multi-société, cloisonnement total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compagnie, courtier ou mutuelle ne voit que ses propres données — isolation au niveau de la base de données elle-même.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électronique et QR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5935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document signé porte un code QR ; une page de vérification publique confirme son authenticité.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257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Conforme au Code CIMA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9671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Tarifs, garanties et documents réglementaires tenus à jour dans l'application.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80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canal pour chaque acteur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822960" cy="73152"/>
          </a:xfrm>
          <a:prstGeom prst="rect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Portail Assuré — sa carte, ses garanties, en un clic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d'assurance, garanties et statut en un coup d'œil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prise en charge et de remboursement en ligne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du foyer détaillée par bénéficiaire et par rubrique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6247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portal_ass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63053"/>
            <a:ext cx="5669280" cy="33661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3" name="Image 0" descr="C:\Users\LEE FRANZ\AppData\Local\Temp\claude\d--PROJET-MEDASSUR-MEDASSUR\c78198f5-dda4-485d-a494-1b8884e22297\scratchpad\deck_assets\portal_souscripte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3053"/>
            <a:ext cx="5669280" cy="33661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12280" y="502920"/>
            <a:ext cx="4828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Portail Souscripteur — toute l'entreprise cliente, en libre-service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1228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0" y="196596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Contrats, bénéficiaires et demandes en un seul endroit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81228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2770632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Incorporations et retraits de personnel en quelques clics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81228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0" y="3575304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de consommation de l'entreprise, par rubrique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Portail Prestataire — facturation et télétransmission simplifiées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prestations et devis dans un seul espace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bons et télétransmission des factures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financier et relevés de règlement en temps réel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6247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portal_prestata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63053"/>
            <a:ext cx="5669280" cy="33661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3" name="Image 0" descr="C:\Users\LEE FRANZ\AppData\Local\Temp\claude\d--PROJET-MEDASSUR-MEDASSUR\c78198f5-dda4-485d-a494-1b8884e22297\scratchpad\deck_assets\portal_medec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3053"/>
            <a:ext cx="5669280" cy="33661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12280" y="502920"/>
            <a:ext cx="4828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Portail Médecin — la prescription, numérique de bout en bout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1228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0" y="196596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et dossiers patients à jour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81228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2770632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et ordonnance saisies directement en ligne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81228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0" y="3575304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des prestations du patient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messagerie unique pour tous les échanges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Assurés, souscripteurs, prestataires et gestionnaires dans un seul fil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70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pièces jointes en un seul envoi, réunies automatiquement en un document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automatique si un dossier attend une pièce manquante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62472" y="1453325"/>
            <a:ext cx="5888736" cy="3585591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10" name="Image 0" descr="C:\Users\LEE FRANZ\AppData\Local\Temp\claude\d--PROJET-MEDASSUR-MEDASSUR\c78198f5-dda4-485d-a494-1b8884e22297\scratchpad\deck_assets\messa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63053"/>
            <a:ext cx="5669280" cy="33661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80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la poche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822960" cy="73152"/>
          </a:xfrm>
          <a:prstGeom prst="rect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713232"/>
            <a:ext cx="3239639" cy="5980176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12700">
            <a:solidFill>
              <a:srgbClr val="D7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426F">
                <a:alpha val="18000"/>
              </a:srgbClr>
            </a:outerShdw>
          </a:effectLst>
        </p:spPr>
      </p:sp>
      <p:pic>
        <p:nvPicPr>
          <p:cNvPr id="3" name="Image 0" descr="C:\Users\LEE FRANZ\AppData\Local\Temp\claude\d--PROJET-MEDASSUR-MEDASSUR\c78198f5-dda4-485d-a494-1b8884e22297\scratchpad\deck_assets\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3020183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63183" y="502920"/>
            <a:ext cx="747712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mobile — l'assurance dans la poche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63183" y="20391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483223" y="1965960"/>
            <a:ext cx="71570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d'assurance, garanties et réseau de soins hors ligne compris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163183" y="2843784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83223" y="2770632"/>
            <a:ext cx="71570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prise en charge et de remboursement, photo à l'appui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163183" y="3648456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3223" y="3575304"/>
            <a:ext cx="71570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santé numérique pour toute la famille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MEDASSUR+ en production,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430018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2064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7 755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7947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assurés gérés en production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35858" y="2377440"/>
            <a:ext cx="2430018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8738" y="2743200"/>
            <a:ext cx="2064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664458" y="37947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actifs pilotés en temps réel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23076" y="2377440"/>
            <a:ext cx="2430018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5956" y="2743200"/>
            <a:ext cx="2064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551676" y="37947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portails métier, un seul moteur de données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10294" y="2377440"/>
            <a:ext cx="2430018" cy="2377440"/>
          </a:xfrm>
          <a:prstGeom prst="roundRect">
            <a:avLst>
              <a:gd name="adj" fmla="val 3846"/>
            </a:avLst>
          </a:prstGeom>
          <a:solidFill>
            <a:srgbClr val="0D73BF">
              <a:alpha val="28000"/>
            </a:srgbClr>
          </a:solidFill>
          <a:ln w="12700">
            <a:solidFill>
              <a:srgbClr val="2E7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93174" y="2743200"/>
            <a:ext cx="2064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A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 M+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9438894" y="37947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de prestations suivies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distingue MEDASSUR+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Tout-en-un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Back-office, portails et mobile sur un seul moteur de données.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77356" y="160020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51676" y="178308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intégrée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51676" y="222199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étape du parcours, pas un gadget ajouté après coup.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Fidélité documentaire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5935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document reproduit la marque exacte du client.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33375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51676" y="352044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Conçu pour le Gabon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51676" y="3959352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la zone CIMA — pas une plateforme générique adaptée après coup.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arrive ensuite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7335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10771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des canaux de l'agent conversationnel (WhatsApp, e-mail)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68880"/>
            <a:ext cx="10771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électronique et QR étendus à l'ensemble des documents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10712"/>
            <a:ext cx="128016" cy="128016"/>
          </a:xfrm>
          <a:prstGeom prst="ellipse">
            <a:avLst/>
          </a:prstGeom>
          <a:solidFill>
            <a:srgbClr val="17A4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337560"/>
            <a:ext cx="10771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rapports de pilotage par agence et par compagnie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MEDASSUR+ — la plateforme de gestion d'assurance santé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64190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4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82880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063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Parlons de votre portefeuille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contact@medassur.ga   ·   medassur.cloud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ASSUR+">
  <a:themeElements>
    <a:clrScheme name="MEDASSUR+">
      <a:dk1>
        <a:srgbClr val="0B1C2C"/>
      </a:dk1>
      <a:lt1>
        <a:srgbClr val="FFFFFF"/>
      </a:lt1>
      <a:dk2>
        <a:srgbClr val="0A426F"/>
      </a:dk2>
      <a:lt2>
        <a:srgbClr val="EAF4FB"/>
      </a:lt2>
      <a:accent1>
        <a:srgbClr val="0D73BF"/>
      </a:accent1>
      <a:accent2>
        <a:srgbClr val="17A487"/>
      </a:accent2>
      <a:accent3>
        <a:srgbClr val="26A4DA"/>
      </a:accent3>
      <a:accent4>
        <a:srgbClr val="1F5B90"/>
      </a:accent4>
      <a:accent5>
        <a:srgbClr val="DC2626"/>
      </a:accent5>
      <a:accent6>
        <a:srgbClr val="0A2E4D"/>
      </a:accent6>
      <a:hlink>
        <a:srgbClr val="0D73BF"/>
      </a:hlink>
      <a:folHlink>
        <a:srgbClr val="0A426F"/>
      </a:folHlink>
    </a:clrScheme>
    <a:fontScheme name="MEDASSUR+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2026-10-09T13:34:30Z</dcterms:created>
  <dcterms:modified xsi:type="dcterms:W3CDTF">2026-10-09T13:34:30Z</dcterms:modified>
</cp:coreProperties>
</file>